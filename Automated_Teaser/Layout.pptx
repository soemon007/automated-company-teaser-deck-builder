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0105"/>
    <p:restoredTop sz="94733"/>
  </p:normalViewPr>
  <p:slideViewPr>
    <p:cSldViewPr snapToGrid="0">
      <p:cViewPr varScale="1">
        <p:scale>
          <a:sx n="97" d="100"/>
          <a:sy n="97" d="100"/>
        </p:scale>
        <p:origin x="232"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
        <p:nvSpPr>
          <p:cNvPr id="14" name="TextBox 13">
            <a:extLst>
              <a:ext uri="{FF2B5EF4-FFF2-40B4-BE49-F238E27FC236}">
                <a16:creationId xmlns:a16="http://schemas.microsoft.com/office/drawing/2014/main" id="{4D7C432F-8F12-73FA-3AE0-B0185A083F0C}"/>
              </a:ext>
            </a:extLst>
          </p:cNvPr>
          <p:cNvSpPr txBox="1"/>
          <p:nvPr userDrawn="1"/>
        </p:nvSpPr>
        <p:spPr>
          <a:xfrm>
            <a:off x="204426" y="816130"/>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OVERVIEW</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9BEF-FD00-4ED5-03D1-085BDDB05F17}"/>
              </a:ext>
            </a:extLst>
          </p:cNvPr>
          <p:cNvSpPr>
            <a:spLocks noGrp="1"/>
          </p:cNvSpPr>
          <p:nvPr>
            <p:ph type="ctrTitle" idx="4294967295"/>
          </p:nvPr>
        </p:nvSpPr>
        <p:spPr>
          <a:xfrm>
            <a:off x="6267450" y="4325751"/>
            <a:ext cx="3028950" cy="700088"/>
          </a:xfrm>
        </p:spPr>
        <p:txBody>
          <a:bodyPr/>
          <a:lstStyle/>
          <a:p>
            <a:endParaRPr lang="en-GB"/>
          </a:p>
        </p:txBody>
      </p:sp>
      <p:sp>
        <p:nvSpPr>
          <p:cNvPr id="3" name="Subtitle 2">
            <a:extLst>
              <a:ext uri="{FF2B5EF4-FFF2-40B4-BE49-F238E27FC236}">
                <a16:creationId xmlns:a16="http://schemas.microsoft.com/office/drawing/2014/main" id="{A40A8A48-3DBB-7A3D-235C-2E16C912EA5B}"/>
              </a:ext>
            </a:extLst>
          </p:cNvPr>
          <p:cNvSpPr>
            <a:spLocks noGrp="1"/>
          </p:cNvSpPr>
          <p:nvPr>
            <p:ph type="subTitle" idx="4294967295"/>
          </p:nvPr>
        </p:nvSpPr>
        <p:spPr>
          <a:xfrm>
            <a:off x="6267450" y="5029201"/>
            <a:ext cx="3028950" cy="561415"/>
          </a:xfrm>
        </p:spPr>
        <p:txBody>
          <a:bodyPr/>
          <a:lstStyle/>
          <a:p>
            <a:endParaRPr lang="en-GB"/>
          </a:p>
        </p:txBody>
      </p:sp>
    </p:spTree>
    <p:extLst>
      <p:ext uri="{BB962C8B-B14F-4D97-AF65-F5344CB8AC3E}">
        <p14:creationId xmlns:p14="http://schemas.microsoft.com/office/powerpoint/2010/main" val="834490666"/>
      </p:ext>
    </p:extLst>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26</cp:revision>
  <dcterms:created xsi:type="dcterms:W3CDTF">2026-01-24T04:48:24Z</dcterms:created>
  <dcterms:modified xsi:type="dcterms:W3CDTF">2026-02-07T08:14:45Z</dcterms:modified>
</cp:coreProperties>
</file>